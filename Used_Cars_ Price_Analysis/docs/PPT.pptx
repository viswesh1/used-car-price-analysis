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4" r:id="rId13"/>
    <p:sldId id="265" r:id="rId14"/>
    <p:sldId id="266" r:id="rId15"/>
    <p:sldId id="267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5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8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3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9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79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1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18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4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02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00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9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38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15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8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Used Cars Price </a:t>
            </a:r>
            <a:r>
              <a:rPr dirty="0" smtClean="0"/>
              <a:t>Analysis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4989414" cy="1549529"/>
          </a:xfrm>
        </p:spPr>
        <p:txBody>
          <a:bodyPr>
            <a:normAutofit/>
          </a:bodyPr>
          <a:lstStyle/>
          <a:p>
            <a:r>
              <a:rPr dirty="0"/>
              <a:t>Web Scraping | Data Cleaning | EDA | Power BI </a:t>
            </a:r>
            <a:r>
              <a:rPr dirty="0" smtClean="0"/>
              <a:t>Dashboard</a:t>
            </a:r>
            <a:r>
              <a:rPr lang="en-US" dirty="0" smtClean="0"/>
              <a:t>                                                         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Growth of used car market in India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Online platforms enable multi-city listings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Need to analyze pricing trends and patterns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Project focuses on structured data analytics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994" y="4364736"/>
            <a:ext cx="2121006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 smtClean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sz="1800" dirty="0" smtClean="0"/>
              <a:t>Car </a:t>
            </a:r>
            <a:r>
              <a:rPr lang="en-US" sz="1800" dirty="0"/>
              <a:t>price variation based on various cars brands. </a:t>
            </a:r>
            <a:endParaRPr lang="en-US" sz="1800" dirty="0" smtClean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sz="1800" dirty="0" smtClean="0"/>
              <a:t> Best cars with good quality with less price. 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182" y="4901045"/>
            <a:ext cx="4017818" cy="1869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4949143" cy="3530600"/>
          </a:xfrm>
        </p:spPr>
        <p:txBody>
          <a:bodyPr/>
          <a:lstStyle/>
          <a:p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Python (Selenium &amp; </a:t>
            </a:r>
            <a:r>
              <a:rPr dirty="0" err="1"/>
              <a:t>BeautifulSoup</a:t>
            </a:r>
            <a:r>
              <a:rPr dirty="0" smtClean="0"/>
              <a:t>)</a:t>
            </a:r>
            <a:r>
              <a:rPr lang="en-US" dirty="0" smtClean="0"/>
              <a:t> for </a:t>
            </a:r>
            <a:r>
              <a:rPr lang="en-US" dirty="0" err="1" smtClean="0"/>
              <a:t>web_scrapping</a:t>
            </a:r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Pandas for data handling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Power </a:t>
            </a:r>
            <a:r>
              <a:rPr lang="en-US" dirty="0" smtClean="0"/>
              <a:t>Query</a:t>
            </a:r>
            <a:r>
              <a:rPr dirty="0" smtClean="0"/>
              <a:t> </a:t>
            </a:r>
            <a:r>
              <a:rPr dirty="0"/>
              <a:t>for </a:t>
            </a:r>
            <a:r>
              <a:rPr dirty="0" smtClean="0"/>
              <a:t>cleaning</a:t>
            </a:r>
            <a:endParaRPr lang="en-US" dirty="0" smtClean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dirty="0" smtClean="0"/>
              <a:t>Power BI for</a:t>
            </a:r>
            <a:r>
              <a:rPr dirty="0" smtClean="0"/>
              <a:t> visualization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416" y="4767073"/>
            <a:ext cx="4168902" cy="19432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City-wise scraping from CarDekho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Handled pagination across pages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Extracted brand, year, km, fuel, price, city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Stored data in CSV format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4765963"/>
            <a:ext cx="3454400" cy="2014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Data </a:t>
            </a:r>
            <a:r>
              <a:rPr dirty="0" smtClean="0">
                <a:solidFill>
                  <a:schemeClr val="bg1"/>
                </a:solidFill>
              </a:rPr>
              <a:t>Cleaning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Appended city-wise datasets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Removed blanks and duplicates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Standardized text columns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Converted price to numeric INR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Created price &amp; km range columns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491" y="4756727"/>
            <a:ext cx="3404260" cy="20631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3142141" cy="3530600"/>
          </a:xfrm>
        </p:spPr>
        <p:txBody>
          <a:bodyPr>
            <a:normAutofit/>
          </a:bodyPr>
          <a:lstStyle/>
          <a:p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dirty="0" smtClean="0"/>
              <a:t>Car count by year</a:t>
            </a:r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Price range distribution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Fuel </a:t>
            </a:r>
            <a:r>
              <a:rPr lang="en-US" dirty="0" smtClean="0"/>
              <a:t>distribution</a:t>
            </a:r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dirty="0" smtClean="0"/>
              <a:t>Transmission distribution</a:t>
            </a:r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dirty="0" smtClean="0"/>
              <a:t>Price vs </a:t>
            </a:r>
            <a:r>
              <a:rPr lang="en-US" dirty="0" err="1" smtClean="0"/>
              <a:t>km_driven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090" y="3168072"/>
            <a:ext cx="5310909" cy="36899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Page 1 – Market Overview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Page 2 – Price &amp; Brand Analysis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Page 3 – </a:t>
            </a:r>
            <a:r>
              <a:rPr lang="en-US" dirty="0" smtClean="0"/>
              <a:t>Best Value Analysis</a:t>
            </a:r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Interactive slicers for filtering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2781923" cy="3530600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Maruti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is the most listed brand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Majority of cars are mid-range priced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Hyderabad and major metro cities have high listings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Affordable segment dominates the market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764" y="2489199"/>
            <a:ext cx="5458691" cy="413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7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Price and Brand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2781923" cy="3135745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Luxury brands have highest average prices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Electric vehicles show higher average pricing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Newer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vehicles command premium prices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136" y="3060192"/>
            <a:ext cx="5388864" cy="379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3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Value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2" y="2489200"/>
            <a:ext cx="2514067" cy="3530600"/>
          </a:xfrm>
        </p:spPr>
        <p:txBody>
          <a:bodyPr/>
          <a:lstStyle/>
          <a:p>
            <a:pPr lvl="0"/>
            <a:r>
              <a:rPr lang="en-IN" dirty="0"/>
              <a:t>Top brands in 5-10 </a:t>
            </a:r>
            <a:r>
              <a:rPr lang="en-IN" dirty="0" smtClean="0"/>
              <a:t>lakhs </a:t>
            </a:r>
            <a:r>
              <a:rPr lang="en-IN" dirty="0"/>
              <a:t>segment</a:t>
            </a:r>
          </a:p>
          <a:p>
            <a:pPr lvl="0"/>
            <a:r>
              <a:rPr lang="en-IN" dirty="0"/>
              <a:t>Average </a:t>
            </a:r>
            <a:r>
              <a:rPr lang="en-IN" dirty="0" err="1"/>
              <a:t>km_driven</a:t>
            </a:r>
            <a:r>
              <a:rPr lang="en-IN" dirty="0"/>
              <a:t> by </a:t>
            </a:r>
            <a:r>
              <a:rPr lang="en-IN" dirty="0" err="1"/>
              <a:t>price_range</a:t>
            </a:r>
            <a:endParaRPr lang="en-IN" dirty="0"/>
          </a:p>
          <a:p>
            <a:pPr lvl="0"/>
            <a:r>
              <a:rPr lang="en-IN" dirty="0"/>
              <a:t>Top 10 best value cars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56" y="3121152"/>
            <a:ext cx="5876544" cy="373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46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Key Insights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564" y="4555419"/>
            <a:ext cx="2408085" cy="184810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512065" y="2389632"/>
            <a:ext cx="6534911" cy="3630168"/>
          </a:xfrm>
        </p:spPr>
        <p:txBody>
          <a:bodyPr>
            <a:normAutofit fontScale="700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Brand plays a major role in price variation in the used car market</a:t>
            </a:r>
            <a:r>
              <a:rPr lang="en-US" altLang="en-US" sz="19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Luxury brands dominate high-price segments, while </a:t>
            </a:r>
            <a:r>
              <a:rPr lang="en-US" altLang="en-US" sz="1900" dirty="0" err="1"/>
              <a:t>Maruti</a:t>
            </a:r>
            <a:r>
              <a:rPr lang="en-US" altLang="en-US" sz="1900" dirty="0"/>
              <a:t> and Hyundai dominate mid-budget segments</a:t>
            </a:r>
            <a:r>
              <a:rPr lang="en-US" altLang="en-US" sz="19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Most used cars fall in the ₹2–10 Lakh range</a:t>
            </a:r>
            <a:r>
              <a:rPr lang="en-US" altLang="en-US" sz="19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Petrol vehicles are more common than Diesel and Electric in resale market</a:t>
            </a:r>
            <a:r>
              <a:rPr lang="en-US" altLang="en-US" sz="19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Manual transmission vehicles are more frequently listed</a:t>
            </a:r>
            <a:r>
              <a:rPr lang="en-US" altLang="en-US" sz="19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Cars with lower kilometers driven have significantly higher resale prices</a:t>
            </a:r>
            <a:r>
              <a:rPr lang="en-US" altLang="en-US" sz="19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The best value cars (low price + moderate usage) are mostly from: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 err="1"/>
              <a:t>Maruti</a:t>
            </a: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Hyundai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Honda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Tata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 smtClean="0"/>
              <a:t>Ford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The ₹5–10 Lakh segment has the highest number of listings, making it the most competitive segment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Dynamic web scraping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Managing multi-page pagination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Cleaning price formats (Lakh/Crore)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Handling large multi-city dataset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016" y="4559809"/>
            <a:ext cx="3583686" cy="21749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End-to-end analytics workflow implemented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Provided multi-city pricing insights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Built interactive dashboard in Power BI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Demonstrated practical data analytics skills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632" y="4840224"/>
            <a:ext cx="3706368" cy="19225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Add more cities for deeper insights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Implement predictive price modeling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Compare multiple car platforms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Integrate EMI &amp; financing analysis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448" y="3877056"/>
            <a:ext cx="2511552" cy="28746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002" y="1597891"/>
            <a:ext cx="6101107" cy="45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56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328</TotalTime>
  <Words>413</Words>
  <Application>Microsoft Office PowerPoint</Application>
  <PresentationFormat>On-screen Show (4:3)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Used Cars Price Analysis</vt:lpstr>
      <vt:lpstr>Introduction</vt:lpstr>
      <vt:lpstr>Problem Statement</vt:lpstr>
      <vt:lpstr>Tools &amp; Technologies Used</vt:lpstr>
      <vt:lpstr>Data Collection</vt:lpstr>
      <vt:lpstr>Data Cleaning</vt:lpstr>
      <vt:lpstr>Exploratory Data Analysis</vt:lpstr>
      <vt:lpstr>Dashboard Structure</vt:lpstr>
      <vt:lpstr>Market Overview</vt:lpstr>
      <vt:lpstr>Price and Brand Analysis</vt:lpstr>
      <vt:lpstr>Best Value Analysis</vt:lpstr>
      <vt:lpstr>Key Insights</vt:lpstr>
      <vt:lpstr>Challenges Faced</vt:lpstr>
      <vt:lpstr>Conclusion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Cars Price Analysis</dc:title>
  <dc:subject/>
  <dc:creator/>
  <cp:keywords/>
  <dc:description>generated using python-pptx</dc:description>
  <cp:lastModifiedBy>Microsoft account</cp:lastModifiedBy>
  <cp:revision>14</cp:revision>
  <dcterms:created xsi:type="dcterms:W3CDTF">2013-01-27T09:14:16Z</dcterms:created>
  <dcterms:modified xsi:type="dcterms:W3CDTF">2026-02-07T09:27:42Z</dcterms:modified>
  <cp:category/>
</cp:coreProperties>
</file>